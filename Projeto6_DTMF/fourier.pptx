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4"/>
  </p:notesMasterIdLst>
  <p:handoutMasterIdLst>
    <p:handoutMasterId r:id="rId15"/>
  </p:handoutMasterIdLst>
  <p:sldIdLst>
    <p:sldId id="269" r:id="rId2"/>
    <p:sldId id="470" r:id="rId3"/>
    <p:sldId id="479" r:id="rId4"/>
    <p:sldId id="477" r:id="rId5"/>
    <p:sldId id="478" r:id="rId6"/>
    <p:sldId id="471" r:id="rId7"/>
    <p:sldId id="472" r:id="rId8"/>
    <p:sldId id="473" r:id="rId9"/>
    <p:sldId id="474" r:id="rId10"/>
    <p:sldId id="476" r:id="rId11"/>
    <p:sldId id="475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9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CBEC0"/>
    <a:srgbClr val="C00026"/>
    <a:srgbClr val="BA0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2671" autoAdjust="0"/>
  </p:normalViewPr>
  <p:slideViewPr>
    <p:cSldViewPr snapToGrid="0" snapToObjects="1" showGuides="1">
      <p:cViewPr varScale="1">
        <p:scale>
          <a:sx n="83" d="100"/>
          <a:sy n="83" d="100"/>
        </p:scale>
        <p:origin x="1483" y="77"/>
      </p:cViewPr>
      <p:guideLst>
        <p:guide orient="horz" pos="2183"/>
        <p:guide pos="299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10-16T19:21:09.80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7740 17455 329 0,'0'0'0'0,"0"0"-109"16,0 0 109 0,0 0 93-16,0 0 288 0,0 0-91 15,-31 12-105-15,27-12-68 16,-1 0-54-16,1 0-39 16,-2 0-16-16,-1 0-8 15,2-8 0-15,1-2-54 16,2 2-95-16,0 0-77 15,2 2 30-15,0-1 108 16,0 2 66-16,0-1 15 16,0 3-299-16</inkml:trace>
  <inkml:trace contextRef="#ctx0" brushRef="#br0" timeOffset="314.85">7740 17455 1043 0,'-77'-112'181'16,"79"117"-113"-16,-2-5 19 15,0 0-15-15,0 0-18 16,0 0-8-16,2 0 24 15,3-12 9-15,-3-3-38 16,-2-7-16-16,0-2-8 0,0-10-5 16,0-2-5-16,0-4-6 15,0-1 0-15,0 6 0 16,0-2-1-16,2 7 0 16,2 7-133-16,2 4-94 15,-2 12-278-15</inkml:trace>
  <inkml:trace contextRef="#ctx0" brushRef="#br0" timeOffset="721.8">7634 16508 732 0,'0'0'349'16,"0"0"-229"-1,0 0-36-15,0 0-26 0,0 0-36 16,0-121-13 0,0 99-8-16,0-4 0 0,0 3 0 15,0-5-1-15,0 6 0 16,0 0-18-16,0 8-118 15,0 2-578-15</inkml:trace>
  <inkml:trace contextRef="#ctx0" brushRef="#br0" timeOffset="1074.5">7683 15859 842 0,'0'0'181'16,"0"0"-41"-16,0 0 9 16,0 0-64-16,0-132-32 15,0 96-24-15,0 6-21 16,0 6-8-16,0 2 2 0,0 0-2 16,0 4-19-16,0-5-106 15,0 0-195-15,0 2-534 0</inkml:trace>
  <inkml:trace contextRef="#ctx0" brushRef="#br0" timeOffset="1474.13">7696 14937 1018 0,'0'0'159'16,"0"0"-56"-16,0 0 10 0,0 0-55 16,-13-126-29-1,13 90-16-15,0 1-7 16,0 3-4-16,0-2-1 0,0 5 0 16,0 6 1-16,0 1-2 15,0 2 0-15,0 1-12 16,0-13-64-16,0 3-213 15,0 5-491-15</inkml:trace>
  <inkml:trace contextRef="#ctx0" brushRef="#br0" timeOffset="1810.94">7659 14021 1008 0,'0'0'276'0,"0"0"-194"16,0 0 10-16,0 0-28 15,0-107-45-15,0 85-12 0,0 4-6 16,0 4-2-16,0-6-20 16,0 5-77-16,0 2-258 0</inkml:trace>
  <inkml:trace contextRef="#ctx0" brushRef="#br0" timeOffset="2192.01">7647 13331 1018 0,'0'0'262'0,"0"0"-169"15,0 0 35-15,0 0-47 16,0-126-27-16,0 89-32 16,0-3-21-16,0 1 0 0,0 0 0 15,0 5 0 1,0 6 1-16,3 6-2 0,4 2-18 16,-4-4-76-16,2 6-160 15,-3 0-407-15</inkml:trace>
  <inkml:trace contextRef="#ctx0" brushRef="#br0" timeOffset="2555.05">7686 12472 385 0,'0'0'516'15,"0"0"-457"-15,0 0-19 16,0 0 44-16,-10-104-30 16,8 76-11-16,2-2-15 15,0 6-12-15,0 2-14 16,0 5 4-16,0 5-6 0,0 3-54 16,0 4-482-16</inkml:trace>
  <inkml:trace contextRef="#ctx0" brushRef="#br0" timeOffset="2906.34">7692 12047 857 0,'0'0'339'15,"0"0"-213"-15,0 0-68 16,0 0-21-16,0 0-19 15,0-103-8-15,0 77-4 16,2-3-6-16,0 0 0 16,1 2 1-16,-2 1-1 15,-1-5-1-15,0 9-32 16,0 7-234-16</inkml:trace>
  <inkml:trace contextRef="#ctx0" brushRef="#br0" timeOffset="3206.05">7707 11405 720 0,'0'0'502'15,"0"0"-432"-15,0 0 12 0,0 0-22 16,0-112-40-16,0 86-10 16,0 2-9-16,0 7 0 15,0 5-1-15,0 5-95 16,0 7-421-16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11/10/2024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10/11/2024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10/11/2024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‹nº›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10/11/2024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‹nº›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10/11/2024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10/11/2024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9"/>
          <p:cNvGrpSpPr>
            <a:grpSpLocks/>
          </p:cNvGrpSpPr>
          <p:nvPr userDrawn="1"/>
        </p:nvGrpSpPr>
        <p:grpSpPr bwMode="auto">
          <a:xfrm>
            <a:off x="0" y="0"/>
            <a:ext cx="9144000" cy="6838950"/>
            <a:chOff x="0" y="0"/>
            <a:chExt cx="9144000" cy="6838950"/>
          </a:xfrm>
        </p:grpSpPr>
        <p:grpSp>
          <p:nvGrpSpPr>
            <p:cNvPr id="5" name="Grupo 8"/>
            <p:cNvGrpSpPr>
              <a:grpSpLocks/>
            </p:cNvGrpSpPr>
            <p:nvPr userDrawn="1"/>
          </p:nvGrpSpPr>
          <p:grpSpPr bwMode="auto">
            <a:xfrm>
              <a:off x="0" y="0"/>
              <a:ext cx="9144000" cy="6838950"/>
              <a:chOff x="0" y="0"/>
              <a:chExt cx="9144000" cy="6838950"/>
            </a:xfrm>
          </p:grpSpPr>
          <p:pic>
            <p:nvPicPr>
              <p:cNvPr id="7" name="Picture 12" descr="base_template_ppt2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838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Retângulo 5"/>
              <p:cNvSpPr>
                <a:spLocks noChangeArrowheads="1"/>
              </p:cNvSpPr>
              <p:nvPr userDrawn="1"/>
            </p:nvSpPr>
            <p:spPr bwMode="auto">
              <a:xfrm>
                <a:off x="571500" y="1500188"/>
                <a:ext cx="5214938" cy="26431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marL="1168400" eaLnBrk="0" hangingPunct="0"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1pPr>
                <a:lvl2pPr marL="742950" indent="-285750" eaLnBrk="0" hangingPunct="0"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2pPr>
                <a:lvl3pPr marL="1143000" indent="-228600" eaLnBrk="0" hangingPunct="0"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3pPr>
                <a:lvl4pPr marL="1600200" indent="-228600" eaLnBrk="0" hangingPunct="0"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4pPr>
                <a:lvl5pPr marL="2057400" indent="-228600" eaLnBrk="0" hangingPunct="0"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0F2151"/>
                    </a:solidFill>
                    <a:latin typeface="Arial" pitchFamily="34" charset="0"/>
                    <a:ea typeface="ヒラギノ角ゴ Pro W3" charset="-128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351" y="285750"/>
              <a:ext cx="2043113" cy="1085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1" name="Conector reto 8"/>
          <p:cNvCxnSpPr>
            <a:cxnSpLocks noChangeShapeType="1"/>
          </p:cNvCxnSpPr>
          <p:nvPr userDrawn="1"/>
        </p:nvCxnSpPr>
        <p:spPr bwMode="auto">
          <a:xfrm>
            <a:off x="2987675" y="6381750"/>
            <a:ext cx="0" cy="7191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39552" y="548680"/>
            <a:ext cx="5656684" cy="366712"/>
          </a:xfrm>
          <a:prstGeom prst="rect">
            <a:avLst/>
          </a:prstGeom>
          <a:noFill/>
        </p:spPr>
        <p:txBody>
          <a:bodyPr/>
          <a:lstStyle/>
          <a:p>
            <a:endParaRPr lang="pt-BR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9552" y="1484784"/>
            <a:ext cx="8136904" cy="4536504"/>
          </a:xfrm>
          <a:prstGeom prst="rect">
            <a:avLst/>
          </a:prstGeom>
          <a:noFill/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444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47048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96" y="6453336"/>
            <a:ext cx="625399" cy="365125"/>
          </a:xfrm>
        </p:spPr>
        <p:txBody>
          <a:bodyPr/>
          <a:lstStyle/>
          <a:p>
            <a:fld id="{77ADD9C6-6B50-42C1-AB90-24E38D1CF2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39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10/11/2024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customXml" Target="../ink/ink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Camada Física da Computação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/>
                <a:cs typeface="Verdana"/>
              </a:rPr>
              <a:t>Aula 16 – Fourier</a:t>
            </a:r>
          </a:p>
        </p:txBody>
      </p:sp>
      <p:sp>
        <p:nvSpPr>
          <p:cNvPr id="7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5463251"/>
            <a:ext cx="7343775" cy="1131223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2024 – Engenharia da computação</a:t>
            </a:r>
          </a:p>
          <a:p>
            <a:pPr algn="r"/>
            <a:endParaRPr lang="pt-BR" dirty="0"/>
          </a:p>
          <a:p>
            <a:pPr algn="r"/>
            <a:r>
              <a:rPr lang="pt-BR" dirty="0"/>
              <a:t>Rodrigo Carareto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71487"/>
            <a:ext cx="8229600" cy="619125"/>
          </a:xfrm>
        </p:spPr>
        <p:txBody>
          <a:bodyPr/>
          <a:lstStyle/>
          <a:p>
            <a:r>
              <a:rPr lang="pt-BR" dirty="0"/>
              <a:t>Transformada de Fourier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7" name="Picture 2" descr="Resultado de imagem para transformada de fourier">
            <a:extLst>
              <a:ext uri="{FF2B5EF4-FFF2-40B4-BE49-F238E27FC236}">
                <a16:creationId xmlns:a16="http://schemas.microsoft.com/office/drawing/2014/main" id="{08E6F05B-0464-4D49-88AD-82A7B840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665" y="1809740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54" y="1059651"/>
            <a:ext cx="2743583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0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71487"/>
            <a:ext cx="8229600" cy="619125"/>
          </a:xfrm>
        </p:spPr>
        <p:txBody>
          <a:bodyPr/>
          <a:lstStyle/>
          <a:p>
            <a:r>
              <a:rPr lang="pt-BR" dirty="0"/>
              <a:t>Transformada de Fourier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11594"/>
            <a:ext cx="6279674" cy="340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78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25112" cy="1143000"/>
          </a:xfrm>
        </p:spPr>
        <p:txBody>
          <a:bodyPr/>
          <a:lstStyle/>
          <a:p>
            <a:r>
              <a:rPr lang="pt-BR" dirty="0"/>
              <a:t>A transformada de Fourier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D9C6-6B50-42C1-AB90-24E38D1CF250}" type="slidenum">
              <a:rPr lang="pt-BR" smtClean="0"/>
              <a:t>4</a:t>
            </a:fld>
            <a:endParaRPr lang="pt-BR"/>
          </a:p>
        </p:txBody>
      </p:sp>
      <p:pic>
        <p:nvPicPr>
          <p:cNvPr id="1026" name="Picture 2" descr="Resultado de imagem para transformada de fourier">
            <a:extLst>
              <a:ext uri="{FF2B5EF4-FFF2-40B4-BE49-F238E27FC236}">
                <a16:creationId xmlns:a16="http://schemas.microsoft.com/office/drawing/2014/main" id="{08E6F05B-0464-4D49-88AD-82A7B840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643063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1AF7FA9-F108-4551-9273-EF70D32FA8AC}"/>
              </a:ext>
            </a:extLst>
          </p:cNvPr>
          <p:cNvSpPr txBox="1"/>
          <p:nvPr/>
        </p:nvSpPr>
        <p:spPr>
          <a:xfrm>
            <a:off x="331695" y="5214938"/>
            <a:ext cx="867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saber a amplitude e fase de todas as senoide que ando somadas compõem o sinal? </a:t>
            </a:r>
          </a:p>
        </p:txBody>
      </p:sp>
    </p:spTree>
    <p:extLst>
      <p:ext uri="{BB962C8B-B14F-4D97-AF65-F5344CB8AC3E}">
        <p14:creationId xmlns:p14="http://schemas.microsoft.com/office/powerpoint/2010/main" val="113907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25112" cy="1143000"/>
          </a:xfrm>
        </p:spPr>
        <p:txBody>
          <a:bodyPr/>
          <a:lstStyle/>
          <a:p>
            <a:r>
              <a:rPr lang="pt-BR" dirty="0"/>
              <a:t>A transformada de Fourier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D9C6-6B50-42C1-AB90-24E38D1CF250}" type="slidenum">
              <a:rPr lang="pt-BR" smtClean="0"/>
              <a:t>5</a:t>
            </a:fld>
            <a:endParaRPr lang="pt-BR"/>
          </a:p>
        </p:txBody>
      </p:sp>
      <p:pic>
        <p:nvPicPr>
          <p:cNvPr id="1026" name="Picture 2" descr="Resultado de imagem para transformada de fourier">
            <a:extLst>
              <a:ext uri="{FF2B5EF4-FFF2-40B4-BE49-F238E27FC236}">
                <a16:creationId xmlns:a16="http://schemas.microsoft.com/office/drawing/2014/main" id="{08E6F05B-0464-4D49-88AD-82A7B840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016045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3006286" y="4794295"/>
                <a:ext cx="2848729" cy="889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. 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286" y="4794295"/>
                <a:ext cx="2848729" cy="8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3239586" y="5646626"/>
                <a:ext cx="2382127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 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586" y="5646626"/>
                <a:ext cx="2382127" cy="7791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11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71487"/>
            <a:ext cx="8229600" cy="619125"/>
          </a:xfrm>
        </p:spPr>
        <p:txBody>
          <a:bodyPr/>
          <a:lstStyle/>
          <a:p>
            <a:r>
              <a:rPr lang="pt-BR" dirty="0"/>
              <a:t>Transformada de Fourier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3239586" y="1959183"/>
                <a:ext cx="2848729" cy="889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. 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586" y="1959183"/>
                <a:ext cx="2848729" cy="889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3472886" y="2848401"/>
                <a:ext cx="2382127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 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886" y="2848401"/>
                <a:ext cx="2382127" cy="779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2689114" y="1274462"/>
                <a:ext cx="3725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𝑙𝑖𝑠𝑡𝑎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𝑟𝑒𝑎𝑖𝑠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𝑙𝑖𝑠𝑡𝑎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𝑐𝑜𝑚𝑝𝑙𝑒𝑥𝑜𝑠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114" y="1274462"/>
                <a:ext cx="3725827" cy="276999"/>
              </a:xfrm>
              <a:prstGeom prst="rect">
                <a:avLst/>
              </a:prstGeom>
              <a:blipFill>
                <a:blip r:embed="rId4"/>
                <a:stretch>
                  <a:fillRect l="-1146" t="-2174" r="-1800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Resultado de imagem para transformada de fourier">
            <a:extLst>
              <a:ext uri="{FF2B5EF4-FFF2-40B4-BE49-F238E27FC236}">
                <a16:creationId xmlns:a16="http://schemas.microsoft.com/office/drawing/2014/main" id="{08E6F05B-0464-4D49-88AD-82A7B840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836" y="4020503"/>
            <a:ext cx="2616381" cy="196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62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9" y="3489766"/>
            <a:ext cx="7820116" cy="309497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3703320" y="298660"/>
            <a:ext cx="134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PYTHON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027" y="1108184"/>
            <a:ext cx="4544059" cy="23815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3500421" y="969684"/>
                <a:ext cx="2315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21" y="969684"/>
                <a:ext cx="2315506" cy="276999"/>
              </a:xfrm>
              <a:prstGeom prst="rect">
                <a:avLst/>
              </a:prstGeom>
              <a:blipFill>
                <a:blip r:embed="rId4"/>
                <a:stretch>
                  <a:fillRect l="-1053" t="-2174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/>
              <p14:cNvContentPartPr/>
              <p14:nvPr/>
            </p14:nvContentPartPr>
            <p14:xfrm>
              <a:off x="2748240" y="4034520"/>
              <a:ext cx="38520" cy="2253960"/>
            </p14:xfrm>
          </p:contentPart>
        </mc:Choice>
        <mc:Fallback xmlns="">
          <p:pic>
            <p:nvPicPr>
              <p:cNvPr id="4" name="Tinta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1040" y="4027320"/>
                <a:ext cx="51840" cy="226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485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8" y="3797882"/>
            <a:ext cx="7348193" cy="247228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48" y="1201337"/>
            <a:ext cx="4067743" cy="2495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3129223" y="1005748"/>
                <a:ext cx="32869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=0,5+0,5.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∗5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223" y="1005748"/>
                <a:ext cx="3286925" cy="276999"/>
              </a:xfrm>
              <a:prstGeom prst="rect">
                <a:avLst/>
              </a:prstGeom>
              <a:blipFill>
                <a:blip r:embed="rId4"/>
                <a:stretch>
                  <a:fillRect l="-556" t="-2222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310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920" y="1070850"/>
            <a:ext cx="4163006" cy="239110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30" y="4001539"/>
            <a:ext cx="3991532" cy="24006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151" y="4001539"/>
            <a:ext cx="4001058" cy="2457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174310" y="524061"/>
                <a:ext cx="8199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∗5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+2.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∗6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+3.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∗7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(2∗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𝑝𝑖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∗8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10" y="524061"/>
                <a:ext cx="8199681" cy="276999"/>
              </a:xfrm>
              <a:prstGeom prst="rect">
                <a:avLst/>
              </a:prstGeom>
              <a:blipFill>
                <a:blip r:embed="rId5"/>
                <a:stretch>
                  <a:fillRect t="-2222" r="-595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90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58" y="1082543"/>
            <a:ext cx="3867690" cy="25244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30" y="4079311"/>
            <a:ext cx="4143953" cy="25054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184" y="4068099"/>
            <a:ext cx="3934374" cy="2429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2075703" y="707898"/>
                <a:ext cx="42871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𝑝𝑢𝑙𝑠𝑜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𝑙𝑎𝑟𝑔𝑢𝑟𝑎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0,5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𝑡𝑜𝑟𝑛𝑜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𝑜𝑟𝑖𝑔𝑒𝑚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703" y="707898"/>
                <a:ext cx="4287199" cy="276999"/>
              </a:xfrm>
              <a:prstGeom prst="rect">
                <a:avLst/>
              </a:prstGeom>
              <a:blipFill>
                <a:blip r:embed="rId5"/>
                <a:stretch>
                  <a:fillRect l="-1422" t="-2174" r="-1565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98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71487"/>
            <a:ext cx="8229600" cy="619125"/>
          </a:xfrm>
        </p:spPr>
        <p:txBody>
          <a:bodyPr/>
          <a:lstStyle/>
          <a:p>
            <a:r>
              <a:rPr lang="pt-BR" dirty="0"/>
              <a:t>Transformada de Fourier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1088291" y="1535221"/>
                <a:ext cx="2848729" cy="889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. 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91" y="1535221"/>
                <a:ext cx="2848729" cy="889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5159829" y="1469594"/>
                <a:ext cx="2382127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 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29" y="1469594"/>
                <a:ext cx="2382127" cy="779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656" y="2627700"/>
            <a:ext cx="4458322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59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17918</TotalTime>
  <Words>146</Words>
  <Application>Microsoft Office PowerPoint</Application>
  <PresentationFormat>Apresentação na tela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Verdana</vt:lpstr>
      <vt:lpstr>Personalizar design</vt:lpstr>
      <vt:lpstr>Apresentação do PowerPoint</vt:lpstr>
      <vt:lpstr>Transformada de Fourier</vt:lpstr>
      <vt:lpstr>Transformada de Fourier</vt:lpstr>
      <vt:lpstr>A transformada de Fourier </vt:lpstr>
      <vt:lpstr>A transformada de Fourier </vt:lpstr>
      <vt:lpstr>Transformada de Fourier</vt:lpstr>
      <vt:lpstr>Apresentação do PowerPoint</vt:lpstr>
      <vt:lpstr>Apresentação do PowerPoint</vt:lpstr>
      <vt:lpstr>Apresentação do PowerPoint</vt:lpstr>
      <vt:lpstr>Apresentação do PowerPoint</vt:lpstr>
      <vt:lpstr>Transformada de Fourier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Fabio Ayres</dc:creator>
  <cp:keywords/>
  <dc:description/>
  <cp:lastModifiedBy>Rodrigo Carareto</cp:lastModifiedBy>
  <cp:revision>869</cp:revision>
  <cp:lastPrinted>2015-03-24T12:10:04Z</cp:lastPrinted>
  <dcterms:created xsi:type="dcterms:W3CDTF">2014-04-17T20:05:08Z</dcterms:created>
  <dcterms:modified xsi:type="dcterms:W3CDTF">2024-10-11T14:47:45Z</dcterms:modified>
  <cp:category/>
</cp:coreProperties>
</file>